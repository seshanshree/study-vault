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60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</p:sldIdLst>
  <p:sldSz cx="9144000" cy="6858000"/>
  <p:notesSz cx="6857895" cy="9143861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marL="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1pPr>
    <a:lvl2pPr marL="457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2pPr>
    <a:lvl3pPr marL="914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3pPr>
    <a:lvl4pPr marL="13716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4pPr>
    <a:lvl5pPr marL="18288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5pPr>
    <a:lvl6pPr marL="22860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6pPr>
    <a:lvl7pPr marL="2743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7pPr>
    <a:lvl8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8pPr>
    <a:lvl9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 showNarration="1"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>
    <p:restoredLeft sz="15620" autoAdjust="0"/>
    <p:restoredTop sz="94660" autoAdjust="0"/>
  </p:normalViewPr>
  <p:slideViewPr>
    <p:cSldViewPr>
      <p:cViewPr varScale="1">
        <p:scale>
          <a:sx n="112" d="100"/>
          <a:sy n="112" d="100"/>
        </p:scale>
        <p:origin x="0" y="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/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7" d="100"/>
          <a:sy n="57" d="100"/>
        </p:scale>
        <p:origin x="0" y="0"/>
      </p:cViewPr>
      <p:guideLst/>
    </p:cSldViewPr>
  </p:notesViewPr>
  <p:gridSpacing cx="72009" cy="72009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slide" Target="slides/slide41.xml"/><Relationship Id="rId44" Type="http://schemas.openxmlformats.org/officeDocument/2006/relationships/slide" Target="slides/slide42.xml"/><Relationship Id="rId45" Type="http://schemas.openxmlformats.org/officeDocument/2006/relationships/slide" Target="slides/slide43.xml"/><Relationship Id="rId46" Type="http://schemas.openxmlformats.org/officeDocument/2006/relationships/slide" Target="slides/slide44.xml"/><Relationship Id="rId47" Type="http://schemas.openxmlformats.org/officeDocument/2006/relationships/slide" Target="slides/slide45.xml"/><Relationship Id="rId48" Type="http://schemas.openxmlformats.org/officeDocument/2006/relationships/slide" Target="slides/slide46.xml"/><Relationship Id="rId49" Type="http://schemas.openxmlformats.org/officeDocument/2006/relationships/slide" Target="slides/slide47.xml"/><Relationship Id="rId50" Type="http://schemas.openxmlformats.org/officeDocument/2006/relationships/presProps" Target="presProps.xml"/><Relationship Id="rId51" Type="http://schemas.openxmlformats.org/officeDocument/2006/relationships/viewProps" Target="viewProps.xml"/><Relationship Id="rId5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showMasterSp="0" type="title" preserve="1">
  <p:cSld name="标题幻灯片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noGrp="1"/>
          </p:cNvSpPr>
          <p:nvPr>
            <p:ph type="ctrTitle"/>
          </p:nvPr>
        </p:nvSpPr>
        <p:spPr>
          <a:xfrm rot="0">
            <a:off x="685800" y="2130425"/>
            <a:ext cx="7772400" cy="147002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Lucida Sans"/>
              </a:rPr>
              <a:t>Click to edit Master title style</a:t>
            </a:r>
            <a:endParaRPr lang="zh-CN" altLang="en-US" sz="4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Lucida Sans"/>
            </a:endParaRPr>
          </a:p>
        </p:txBody>
      </p:sp>
      <p:sp>
        <p:nvSpPr>
          <p:cNvPr id="8" name="文本框"/>
          <p:cNvSpPr>
            <a:spLocks noGrp="1"/>
          </p:cNvSpPr>
          <p:nvPr>
            <p:ph type="subTitle" idx="1"/>
          </p:nvPr>
        </p:nvSpPr>
        <p:spPr>
          <a:xfrm rot="0">
            <a:off x="1371600" y="3886200"/>
            <a:ext cx="6400800" cy="17526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</a:pPr>
            <a:r>
              <a:rPr lang="en-US" altLang="zh-CN" sz="3200" b="0" i="0" u="none" strike="noStrike" kern="1200" cap="none" spc="0" baseline="0">
                <a:solidFill>
                  <a:srgbClr val="898989"/>
                </a:solidFill>
                <a:latin typeface="Calibri" pitchFamily="0" charset="0"/>
                <a:ea typeface="宋体" pitchFamily="0" charset="0"/>
                <a:cs typeface="Lucida Sans"/>
              </a:rPr>
              <a:t>Click to edit Master subtitle style</a:t>
            </a:r>
            <a:endParaRPr lang="zh-CN" altLang="en-US" sz="3200" b="0" i="0" u="none" strike="noStrike" kern="1200" cap="none" spc="0" baseline="0">
              <a:solidFill>
                <a:srgbClr val="898989"/>
              </a:solidFill>
              <a:latin typeface="Calibri" pitchFamily="0" charset="0"/>
              <a:ea typeface="宋体" pitchFamily="0" charset="0"/>
              <a:cs typeface="Lucida Sans"/>
            </a:endParaRPr>
          </a:p>
        </p:txBody>
      </p:sp>
      <p:sp>
        <p:nvSpPr>
          <p:cNvPr id="9" name="文本框"/>
          <p:cNvSpPr>
            <a:spLocks noGrp="1"/>
          </p:cNvSpPr>
          <p:nvPr>
            <p:ph type="dt" idx="10"/>
          </p:nvPr>
        </p:nvSpPr>
        <p:spPr>
          <a:xfrm rot="0">
            <a:off x="457200" y="6356349"/>
            <a:ext cx="2133600" cy="365125"/>
          </a:xfrm>
          <a:prstGeom prst="rect"/>
          <a:noFill/>
          <a:ln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200" b="0" i="0" u="none" strike="noStrike" kern="1200" cap="none" spc="0" baseline="0">
              <a:solidFill>
                <a:srgbClr val="898989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0" name="文本框"/>
          <p:cNvSpPr>
            <a:spLocks noGrp="1"/>
          </p:cNvSpPr>
          <p:nvPr>
            <p:ph type="ftr"/>
          </p:nvPr>
        </p:nvSpPr>
        <p:spPr>
          <a:xfrm rot="0">
            <a:off x="3124200" y="6356349"/>
            <a:ext cx="2895600" cy="365125"/>
          </a:xfrm>
          <a:prstGeom prst="rect"/>
          <a:noFill/>
          <a:ln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200" b="0" i="0" u="none" strike="noStrike" kern="1200" cap="none" spc="0" baseline="0">
              <a:solidFill>
                <a:srgbClr val="898989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1" name="文本框"/>
          <p:cNvSpPr>
            <a:spLocks noGrp="1"/>
          </p:cNvSpPr>
          <p:nvPr>
            <p:ph type="sldNum"/>
          </p:nvPr>
        </p:nvSpPr>
        <p:spPr>
          <a:xfrm rot="0">
            <a:off x="6553200" y="6356349"/>
            <a:ext cx="2133600" cy="365125"/>
          </a:xfrm>
          <a:prstGeom prst="rect"/>
          <a:noFill/>
          <a:ln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&lt;#&gt;</a:t>
            </a:fld>
            <a:endParaRPr lang="zh-CN" altLang="en-US" sz="1200" b="0" i="0" u="none" strike="noStrike" kern="1200" cap="none" spc="0" baseline="0">
              <a:solidFill>
                <a:srgbClr val="898989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372410"/>
      </p:ext>
    </p:extLst>
  </p:cSld>
  <p:clrMapOvr>
    <a:masterClrMapping/>
  </p:clrMapOvr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7627793"/>
      </p:ext>
    </p:extLst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defRPr sz="4000" b="1" cap="all"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8709350"/>
      </p:ext>
    </p:extLst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sz="half"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sz="half"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7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7266578"/>
      </p:ext>
    </p:extLst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defRPr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sz="half"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body" sz="quarter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sz="quarter"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8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9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60445"/>
      </p:ext>
    </p:extLst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255338"/>
      </p:ext>
    </p:extLst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1971218"/>
      </p:ext>
    </p:extLst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defRPr sz="2000" b="1"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body" sz="half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7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8034122"/>
      </p:ext>
    </p:extLst>
  </p:cSld>
  <p:clrMapOvr>
    <a:masterClrMapping xmlns:a="http://schemas.openxmlformats.org/drawingml/2006/main"/>
  </p:clrMapOvr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defRPr sz="2000" b="1"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body" sz="half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7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3269053"/>
      </p:ext>
    </p:extLst>
  </p:cSld>
  <p:clrMapOvr>
    <a:masterClrMapping xmlns:a="http://schemas.openxmlformats.org/drawingml/2006/main"/>
  </p:clrMapOvr>
</p:sldLayout>
</file>

<file path=ppt/slideLayouts/slideLayout10.xml><?xml version="1.0" encoding="utf-8"?>
<p:sldLayout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orient="vert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340052"/>
      </p:ext>
    </p:extLst>
  </p:cSld>
  <p:clrMapOvr>
    <a:masterClrMapping xmlns:a="http://schemas.openxmlformats.org/drawingml/2006/main"/>
  </p:clrMapOvr>
</p:sldLayout>
</file>

<file path=ppt/slideLayouts/slideLayout11.xml><?xml version="1.0" encoding="utf-8"?>
<p:sldLayout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 orient="vert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orient="vert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0241847"/>
      </p:ext>
    </p:extLst>
  </p:cSld>
  <p:clrMapOvr>
    <a:masterClrMapping xmlns:a="http://schemas.openxmlformats.org/drawingml/2006/main"/>
  </p:clrMapOvr>
</p:sldLayout>
</file>

<file path=ppt/slideLayouts/slideLayout12.xml><?xml version="1.0" encoding="utf-8"?>
<p:sldLayout xmlns:p="http://schemas.openxmlformats.org/presentationml/2006/main" showMasterSp="0" preserve="1">
  <p:cSld name="自定义版式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14" name="文本框"/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 rot="0">
            <a:off x="457200" y="6356349"/>
            <a:ext cx="2133600" cy="365125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ctr" anchorCtr="0">
            <a:prstTxWarp prst="textNoShape"/>
          </a:bodyPr>
          <a:lstStyle xmlns:a="http://schemas.openxmlformats.org/drawingml/2006/main"/>
          <a:p xmlns:a="http://schemas.openxmlformats.org/drawingml/2006/main">
            <a:pPr algn="l"/>
            <a:endParaRPr lang="zh-CN" altLang="en-US" sz="1200">
              <a:solidFill>
                <a:srgbClr val="898989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5" name="文本框"/>
          <p:cNvSpPr>
            <a:spLocks xmlns:a="http://schemas.openxmlformats.org/drawingml/2006/main" noGrp="1"/>
          </p:cNvSpPr>
          <p:nvPr>
            <p:ph type="ftr"/>
          </p:nvPr>
        </p:nvSpPr>
        <p:spPr>
          <a:xfrm xmlns:a="http://schemas.openxmlformats.org/drawingml/2006/main" rot="0">
            <a:off x="3124200" y="6356349"/>
            <a:ext cx="2895600" cy="365125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ctr" anchorCtr="0">
            <a:prstTxWarp prst="textNoShape"/>
          </a:bodyPr>
          <a:lstStyle xmlns:a="http://schemas.openxmlformats.org/drawingml/2006/main"/>
          <a:p xmlns:a="http://schemas.openxmlformats.org/drawingml/2006/main">
            <a:pPr algn="ctr"/>
            <a:endParaRPr lang="zh-CN" altLang="en-US" sz="1200">
              <a:solidFill>
                <a:srgbClr val="898989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6" name="文本框"/>
          <p:cNvSpPr>
            <a:spLocks xmlns:a="http://schemas.openxmlformats.org/drawingml/2006/main" noGrp="1"/>
          </p:cNvSpPr>
          <p:nvPr>
            <p:ph type="sldNum"/>
          </p:nvPr>
        </p:nvSpPr>
        <p:spPr>
          <a:xfrm xmlns:a="http://schemas.openxmlformats.org/drawingml/2006/main" rot="0">
            <a:off x="6553200" y="6356349"/>
            <a:ext cx="2133600" cy="365125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ctr" anchorCtr="0">
            <a:prstTxWarp prst="textNoShape"/>
          </a:bodyPr>
          <a:lstStyle xmlns:a="http://schemas.openxmlformats.org/drawingml/2006/main"/>
          <a:p xmlns:a="http://schemas.openxmlformats.org/drawingml/2006/main"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&lt;#&gt;</a:t>
            </a:fld>
            <a:endParaRPr lang="zh-CN" altLang="en-US" sz="1200">
              <a:solidFill>
                <a:srgbClr val="898989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264582"/>
      </p:ext>
    </p:extLst>
  </p:cSld>
  <p:clrMapOvr>
    <a:masterClrMapping xmlns:a="http://schemas.openxmlformats.org/drawingml/2006/main"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 rot="0">
            <a:off x="457200" y="274638"/>
            <a:ext cx="8229600" cy="11430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 rot="0">
            <a:off x="457200" y="1600200"/>
            <a:ext cx="8229600" cy="452596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idx="2"/>
          </p:nvPr>
        </p:nvSpPr>
        <p:spPr>
          <a:xfrm rot="0">
            <a:off x="457200" y="6356349"/>
            <a:ext cx="2133600" cy="36512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algn="l"/>
            <a:fld id="{CAD2D6BD-DE1B-4B5F-8B41-2702339687B9}" type="datetime1">
              <a:rPr lang="en-US" altLang="zh-CN" sz="1200">
                <a:solidFill>
                  <a:srgbClr val="898989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6/17/2026</a:t>
            </a:fld>
            <a:endParaRPr lang="zh-CN" altLang="en-US" sz="1200">
              <a:solidFill>
                <a:srgbClr val="898989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ftr" idx="3"/>
          </p:nvPr>
        </p:nvSpPr>
        <p:spPr>
          <a:xfrm rot="0">
            <a:off x="3124200" y="6356349"/>
            <a:ext cx="2895600" cy="36512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algn="ctr"/>
            <a:endParaRPr lang="zh-CN" altLang="en-US" sz="1200">
              <a:solidFill>
                <a:srgbClr val="898989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6" name="文本框"/>
          <p:cNvSpPr>
            <a:spLocks noGrp="1"/>
          </p:cNvSpPr>
          <p:nvPr>
            <p:ph type="sldNum" idx="4"/>
          </p:nvPr>
        </p:nvSpPr>
        <p:spPr>
          <a:xfrm rot="0">
            <a:off x="6553200" y="6356349"/>
            <a:ext cx="2133600" cy="36512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&lt;#&gt;</a:t>
            </a:fld>
            <a:endParaRPr lang="zh-CN" altLang="en-US" sz="1200">
              <a:solidFill>
                <a:srgbClr val="898989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7860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lvl1pPr algn="ctr" defTabSz="914400" eaLnBrk="1" fontAlgn="auto" latinLnBrk="0" hangingPunct="1">
        <a:spcBef>
          <a:spcPts val="0"/>
        </a:spcBef>
        <a:buNone/>
        <a:defRPr sz="44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1pPr>
    </p:titleStyle>
    <p:bodyStyle>
      <a:lvl1pPr marL="342900" indent="-3429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1pPr>
      <a:lvl2pPr marL="742950" indent="-285750" algn="l" defTabSz="914400" eaLnBrk="1" fontAlgn="auto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2pPr>
      <a:lvl3pPr marL="11430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3pPr>
      <a:lvl4pPr marL="1600200" indent="-228600" algn="l" defTabSz="914400" eaLnBrk="1" fontAlgn="auto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4pPr>
      <a:lvl5pPr marL="2057400" indent="-228600" algn="l" defTabSz="914400" eaLnBrk="1" fontAlgn="auto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5pPr>
      <a:lvl6pPr marL="25146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6pPr>
      <a:lvl7pPr marL="29718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7pPr>
      <a:lvl8pPr marL="34290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8pPr>
      <a:lvl9pPr marL="34290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9pPr>
    </p:body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1.png"/><Relationship Id="rId2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2.png"/><Relationship Id="rId2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3.png"/><Relationship Id="rId2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4.png"/><Relationship Id="rId2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5.png"/><Relationship Id="rId2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6.png"/><Relationship Id="rId2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7.png"/><Relationship Id="rId2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8.png"/><Relationship Id="rId2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9.png"/><Relationship Id="rId2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10.png"/><Relationship Id="rId2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11.png"/><Relationship Id="rId2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12.png"/><Relationship Id="rId2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13.png"/><Relationship Id="rId2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14.png"/><Relationship Id="rId2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15.png"/><Relationship Id="rId2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16.png"/><Relationship Id="rId2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17.png"/><Relationship Id="rId2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18.png"/><Relationship Id="rId2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19.png"/><Relationship Id="rId2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20.png"/><Relationship Id="rId2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21.png"/><Relationship Id="rId2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22.png"/><Relationship Id="rId2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23.jpeg"/><Relationship Id="rId2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24.jpeg"/><Relationship Id="rId2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25.png"/><Relationship Id="rId2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26.png"/><Relationship Id="rId2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27.jpeg"/><Relationship Id="rId2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28.png"/><Relationship Id="rId2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29.png"/><Relationship Id="rId2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30.png"/><Relationship Id="rId2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31.png"/><Relationship Id="rId2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32.png"/><Relationship Id="rId2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33.png"/><Relationship Id="rId2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34.png"/><Relationship Id="rId2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35.jpeg"/><Relationship Id="rId2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36.jpeg"/><Relationship Id="rId2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37.png"/><Relationship Id="rId2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38.jpeg"/><Relationship Id="rId2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39.jpeg"/><Relationship Id="rId2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40.jpeg"/><Relationship Id="rId2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41.jpeg"/><Relationship Id="rId2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42.jpeg"/><Relationship Id="rId2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43.jpeg"/><Relationship Id="rId2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44.jpeg"/><Relationship Id="rId2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45.png"/><Relationship Id="rId2" Type="http://schemas.openxmlformats.org/officeDocument/2006/relationships/slideLayout" Target="../slideLayouts/slideLayout12.xml"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"/>
          <p:cNvSpPr>
            <a:spLocks noGrp="1"/>
          </p:cNvSpPr>
          <p:nvPr>
            <p:ph type="ctrTitle"/>
          </p:nvPr>
        </p:nvSpPr>
        <p:spPr>
          <a:xfrm rot="0">
            <a:off x="685800" y="2130425"/>
            <a:ext cx="7772400" cy="147002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Lucida Sans"/>
              </a:rPr>
              <a:t>UNIT 1 Wireless Channels</a:t>
            </a:r>
            <a:endParaRPr lang="zh-CN" altLang="en-US" sz="4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Lucida Sans"/>
            </a:endParaRPr>
          </a:p>
        </p:txBody>
      </p:sp>
      <p:sp>
        <p:nvSpPr>
          <p:cNvPr id="13" name="文本框"/>
          <p:cNvSpPr>
            <a:spLocks noGrp="1"/>
          </p:cNvSpPr>
          <p:nvPr>
            <p:ph type="subTitle" idx="1"/>
          </p:nvPr>
        </p:nvSpPr>
        <p:spPr>
          <a:xfrm rot="0">
            <a:off x="1371600" y="3886200"/>
            <a:ext cx="6400800" cy="17526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0" indent="0" algn="just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</a:pPr>
            <a:r>
              <a:rPr lang="en-US" altLang="zh-CN" sz="3200" b="0" i="0" u="none" strike="noStrike" kern="1200" cap="none" spc="0" baseline="0">
                <a:solidFill>
                  <a:srgbClr val="898989"/>
                </a:solidFill>
                <a:latin typeface="Calibri" pitchFamily="0" charset="0"/>
                <a:ea typeface="宋体" pitchFamily="0" charset="0"/>
                <a:cs typeface="Lucida Sans"/>
              </a:rPr>
              <a:t>Mrs. K .Kaviyarasi </a:t>
            </a:r>
            <a:endParaRPr lang="en-US" altLang="zh-CN" sz="3200" b="0" i="0" u="none" strike="noStrike" kern="1200" cap="none" spc="0" baseline="0">
              <a:solidFill>
                <a:srgbClr val="898989"/>
              </a:solidFill>
              <a:latin typeface="Calibri" pitchFamily="0" charset="0"/>
              <a:ea typeface="宋体" pitchFamily="0" charset="0"/>
              <a:cs typeface="Lucida Sans"/>
            </a:endParaRPr>
          </a:p>
          <a:p>
            <a:pPr marL="0" indent="0" algn="ctr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</a:pPr>
            <a:r>
              <a:rPr lang="en-US" altLang="zh-CN" sz="3200" b="0" i="0" u="none" strike="noStrike" kern="1200" cap="none" spc="0" baseline="0">
                <a:solidFill>
                  <a:srgbClr val="898989"/>
                </a:solidFill>
                <a:latin typeface="Calibri" pitchFamily="0" charset="0"/>
                <a:ea typeface="宋体" pitchFamily="0" charset="0"/>
                <a:cs typeface="Lucida Sans"/>
              </a:rPr>
              <a:t>As</a:t>
            </a:r>
            <a:r>
              <a:rPr lang="en-US" altLang="zh-CN" sz="3200" b="0" i="0" u="none" strike="noStrike" kern="1200" cap="none" spc="0" baseline="0">
                <a:solidFill>
                  <a:srgbClr val="898989"/>
                </a:solidFill>
                <a:latin typeface="Calibri" pitchFamily="0" charset="0"/>
                <a:ea typeface="宋体" pitchFamily="0" charset="0"/>
                <a:cs typeface="Lucida Sans"/>
              </a:rPr>
              <a:t>sistant</a:t>
            </a:r>
            <a:r>
              <a:rPr lang="en-US" altLang="zh-CN" sz="3200" b="0" i="0" u="none" strike="noStrike" kern="1200" cap="none" spc="0" baseline="0">
                <a:solidFill>
                  <a:srgbClr val="898989"/>
                </a:solidFill>
                <a:latin typeface="Calibri" pitchFamily="0" charset="0"/>
                <a:ea typeface="宋体" pitchFamily="0" charset="0"/>
                <a:cs typeface="Lucida Sans"/>
              </a:rPr>
              <a:t> Professor,</a:t>
            </a:r>
            <a:endParaRPr lang="en-US" altLang="zh-CN" sz="3200" b="0" i="0" u="none" strike="noStrike" kern="1200" cap="none" spc="0" baseline="0">
              <a:solidFill>
                <a:srgbClr val="898989"/>
              </a:solidFill>
              <a:latin typeface="Calibri" pitchFamily="0" charset="0"/>
              <a:ea typeface="宋体" pitchFamily="0" charset="0"/>
              <a:cs typeface="Lucida Sans"/>
            </a:endParaRPr>
          </a:p>
          <a:p>
            <a:pPr marL="0" indent="0" algn="ctr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</a:pPr>
            <a:r>
              <a:rPr lang="en-US" altLang="zh-CN" sz="3200" b="0" i="0" u="none" strike="noStrike" kern="1200" cap="none" spc="0" baseline="0">
                <a:solidFill>
                  <a:srgbClr val="898989"/>
                </a:solidFill>
                <a:latin typeface="Calibri" pitchFamily="0" charset="0"/>
                <a:ea typeface="宋体" pitchFamily="0" charset="0"/>
                <a:cs typeface="Lucida Sans"/>
              </a:rPr>
              <a:t>ECE</a:t>
            </a:r>
            <a:endParaRPr lang="zh-CN" altLang="en-US" sz="3200" b="0" i="0" u="none" strike="noStrike" kern="1200" cap="none" spc="0" baseline="0">
              <a:solidFill>
                <a:srgbClr val="898989"/>
              </a:solidFill>
              <a:latin typeface="Calibri" pitchFamily="0" charset="0"/>
              <a:ea typeface="宋体" pitchFamily="0" charset="0"/>
              <a:cs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1504977913"/>
      </p:ext>
    </p:extLst>
  </p:cSld>
  <p:clrMapOvr>
    <a:masterClrMapping/>
  </p:clrMapOvr>
</p:sld>
</file>

<file path=ppt/slides/slide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116859" y="925550"/>
            <a:ext cx="9027141" cy="4252564"/>
          </a:xfrm>
          <a:prstGeom prst="rect"/>
          <a:noFill/>
          <a:ln w="9525" cmpd="sng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595684537"/>
      </p:ext>
    </p:extLst>
  </p:cSld>
  <p:clrMapOvr>
    <a:masterClrMapping/>
  </p:clrMapOvr>
</p:sld>
</file>

<file path=ppt/slides/slide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-147638" y="1081088"/>
            <a:ext cx="9440863" cy="4695825"/>
          </a:xfrm>
          <a:prstGeom prst="rect"/>
          <a:noFill/>
          <a:ln w="9525" cmpd="sng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1685592183"/>
      </p:ext>
    </p:extLst>
  </p:cSld>
  <p:clrMapOvr>
    <a:masterClrMapping/>
  </p:clrMapOvr>
</p:sld>
</file>

<file path=ppt/slides/slide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-300038" y="174625"/>
            <a:ext cx="9745663" cy="6507162"/>
          </a:xfrm>
          <a:prstGeom prst="rect"/>
          <a:noFill/>
          <a:ln w="9525" cmpd="sng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1977475738"/>
      </p:ext>
    </p:extLst>
  </p:cSld>
  <p:clrMapOvr>
    <a:masterClrMapping/>
  </p:clrMapOvr>
</p:sld>
</file>

<file path=ppt/slides/slide5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"/>
          <p:cNvSpPr>
            <a:spLocks/>
          </p:cNvSpPr>
          <p:nvPr/>
        </p:nvSpPr>
        <p:spPr>
          <a:xfrm rot="0">
            <a:off x="1295399" y="1600200"/>
            <a:ext cx="6934200" cy="63436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6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Two Ray Ground reflection model</a:t>
            </a:r>
            <a:endParaRPr lang="zh-CN" altLang="en-US" sz="3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pic>
        <p:nvPicPr>
          <p:cNvPr id="21" name="图片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45318" y="2743200"/>
            <a:ext cx="8946282" cy="3191646"/>
          </a:xfrm>
          <a:prstGeom prst="rect"/>
          <a:noFill/>
          <a:ln w="9525" cmpd="sng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1371288198"/>
      </p:ext>
    </p:extLst>
  </p:cSld>
  <p:clrMapOvr>
    <a:masterClrMapping/>
  </p:clrMapOvr>
</p:sld>
</file>

<file path=ppt/slides/slide6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0" y="304800"/>
            <a:ext cx="9324975" cy="6248400"/>
          </a:xfrm>
          <a:prstGeom prst="rect"/>
          <a:noFill/>
          <a:ln w="9525" cmpd="sng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284321959"/>
      </p:ext>
    </p:extLst>
  </p:cSld>
  <p:clrMapOvr>
    <a:masterClrMapping/>
  </p:clrMapOvr>
</p:sld>
</file>

<file path=ppt/slides/slide7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-23813" y="609600"/>
            <a:ext cx="9191626" cy="5562600"/>
          </a:xfrm>
          <a:prstGeom prst="rect"/>
          <a:noFill/>
          <a:ln w="9525" cmpd="sng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2053772934"/>
      </p:ext>
    </p:extLst>
  </p:cSld>
  <p:clrMapOvr>
    <a:masterClrMapping/>
  </p:clrMapOvr>
</p:sld>
</file>

<file path=ppt/slides/slide8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图片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457200" y="461418"/>
            <a:ext cx="8229600" cy="5934022"/>
          </a:xfrm>
          <a:prstGeom prst="rect"/>
          <a:noFill/>
          <a:ln w="9525" cmpd="sng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250239280"/>
      </p:ext>
    </p:extLst>
  </p:cSld>
  <p:clrMapOvr>
    <a:masterClrMapping/>
  </p:clrMapOvr>
</p:sld>
</file>

<file path=ppt/slides/slide9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109538" y="890588"/>
            <a:ext cx="8923337" cy="5076825"/>
          </a:xfrm>
          <a:prstGeom prst="rect"/>
          <a:noFill/>
          <a:ln w="9525" cmpd="sng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956798199"/>
      </p:ext>
    </p:extLst>
  </p:cSld>
  <p:clrMapOvr>
    <a:masterClrMapping/>
  </p:clrMapOvr>
</p:sld>
</file>

<file path=ppt/slides/slide10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0" y="457200"/>
            <a:ext cx="9410700" cy="5867400"/>
          </a:xfrm>
          <a:prstGeom prst="rect"/>
          <a:noFill/>
          <a:ln w="9525" cmpd="sng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1665930098"/>
      </p:ext>
    </p:extLst>
  </p:cSld>
  <p:clrMapOvr>
    <a:masterClrMapping/>
  </p:clrMapOvr>
</p:sld>
</file>

<file path=ppt/slides/slide1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0" y="685800"/>
            <a:ext cx="9072074" cy="5714999"/>
          </a:xfrm>
          <a:prstGeom prst="rect"/>
          <a:noFill/>
          <a:ln w="9525" cmpd="sng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313907374"/>
      </p:ext>
    </p:extLst>
  </p:cSld>
  <p:clrMapOvr>
    <a:masterClrMapping/>
  </p:clrMapOvr>
</p:sld>
</file>

<file path=ppt/slides/slide1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0" y="985837"/>
            <a:ext cx="9296400" cy="4886325"/>
          </a:xfrm>
          <a:prstGeom prst="rect"/>
          <a:noFill/>
          <a:ln w="9525" cmpd="sng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1358698151"/>
      </p:ext>
    </p:extLst>
  </p:cSld>
  <p:clrMapOvr>
    <a:masterClrMapping/>
  </p:clrMapOvr>
</p:sld>
</file>

<file path=ppt/slides/slide1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1" y="0"/>
            <a:ext cx="9008108" cy="6858000"/>
          </a:xfrm>
          <a:prstGeom prst="rect"/>
          <a:noFill/>
          <a:ln w="9525" cmpd="sng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1392786064"/>
      </p:ext>
    </p:extLst>
  </p:cSld>
  <p:clrMapOvr>
    <a:masterClrMapping/>
  </p:clrMapOvr>
</p:sld>
</file>

<file path=ppt/slides/slide1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0" y="1238250"/>
            <a:ext cx="9401175" cy="4381500"/>
          </a:xfrm>
          <a:prstGeom prst="rect"/>
          <a:noFill/>
          <a:ln w="9525" cmpd="sng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1489013361"/>
      </p:ext>
    </p:extLst>
  </p:cSld>
  <p:clrMapOvr>
    <a:masterClrMapping/>
  </p:clrMapOvr>
</p:sld>
</file>

<file path=ppt/slides/slide15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381000" y="533400"/>
            <a:ext cx="8467814" cy="5631713"/>
          </a:xfrm>
          <a:prstGeom prst="rect"/>
          <a:noFill/>
          <a:ln w="9525" cmpd="sng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1613347581"/>
      </p:ext>
    </p:extLst>
  </p:cSld>
  <p:clrMapOvr>
    <a:masterClrMapping/>
  </p:clrMapOvr>
</p:sld>
</file>

<file path=ppt/slides/slide16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图片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0" y="304800"/>
            <a:ext cx="9144000" cy="6172200"/>
          </a:xfrm>
          <a:prstGeom prst="rect"/>
          <a:noFill/>
          <a:ln w="9525" cmpd="sng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2012089188"/>
      </p:ext>
    </p:extLst>
  </p:cSld>
  <p:clrMapOvr>
    <a:masterClrMapping/>
  </p:clrMapOvr>
</p:sld>
</file>

<file path=ppt/slides/slide17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图片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0" y="304800"/>
            <a:ext cx="9144000" cy="6324599"/>
          </a:xfrm>
          <a:prstGeom prst="rect"/>
          <a:noFill/>
          <a:ln w="9525" cmpd="sng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1733426359"/>
      </p:ext>
    </p:extLst>
  </p:cSld>
  <p:clrMapOvr>
    <a:masterClrMapping/>
  </p:clrMapOvr>
</p:sld>
</file>

<file path=ppt/slides/slide18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图片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19050" y="304800"/>
            <a:ext cx="9104314" cy="6248400"/>
          </a:xfrm>
          <a:prstGeom prst="rect"/>
          <a:noFill/>
          <a:ln w="9525" cmpd="sng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962142087"/>
      </p:ext>
    </p:extLst>
  </p:cSld>
  <p:clrMapOvr>
    <a:masterClrMapping/>
  </p:clrMapOvr>
</p:sld>
</file>

<file path=ppt/slides/slide19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"/>
          <p:cNvSpPr>
            <a:spLocks/>
          </p:cNvSpPr>
          <p:nvPr/>
        </p:nvSpPr>
        <p:spPr>
          <a:xfrm rot="0">
            <a:off x="685800" y="2130425"/>
            <a:ext cx="7772400" cy="147002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0" indent="0" algn="ctr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Link Budget</a:t>
            </a:r>
            <a:r>
              <a:rPr lang="en-US" altLang="zh-CN" sz="44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 Design</a:t>
            </a:r>
            <a:endParaRPr lang="zh-CN" altLang="en-US" sz="4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8805268"/>
      </p:ext>
    </p:extLst>
  </p:cSld>
  <p:clrMapOvr>
    <a:masterClrMapping/>
  </p:clrMapOvr>
</p:sld>
</file>

<file path=ppt/slides/slide20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0" y="0"/>
            <a:ext cx="9144000" cy="6858000"/>
          </a:xfrm>
          <a:prstGeom prst="rect"/>
          <a:noFill/>
          <a:ln w="9525" cmpd="sng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1106031740"/>
      </p:ext>
    </p:extLst>
  </p:cSld>
  <p:clrMapOvr>
    <a:masterClrMapping/>
  </p:clrMapOvr>
</p:sld>
</file>

<file path=ppt/slides/slide2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图片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0" y="0"/>
            <a:ext cx="9144000" cy="6858000"/>
          </a:xfrm>
          <a:prstGeom prst="rect"/>
          <a:noFill/>
          <a:ln w="9525" cmpd="sng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1707698314"/>
      </p:ext>
    </p:extLst>
  </p:cSld>
  <p:clrMapOvr>
    <a:masterClrMapping/>
  </p:clrMapOvr>
</p:sld>
</file>

<file path=ppt/slides/slide2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图片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1" y="0"/>
            <a:ext cx="9144000" cy="6858000"/>
          </a:xfrm>
          <a:prstGeom prst="rect"/>
          <a:noFill/>
          <a:ln w="9525" cmpd="sng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1015035410"/>
      </p:ext>
    </p:extLst>
  </p:cSld>
  <p:clrMapOvr>
    <a:masterClrMapping/>
  </p:clrMapOvr>
</p:sld>
</file>

<file path=ppt/slides/slide2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图片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0" y="0"/>
            <a:ext cx="9144000" cy="6858000"/>
          </a:xfrm>
          <a:prstGeom prst="rect"/>
          <a:noFill/>
          <a:ln w="9525" cmpd="sng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1104016152"/>
      </p:ext>
    </p:extLst>
  </p:cSld>
  <p:clrMapOvr>
    <a:masterClrMapping/>
  </p:clrMapOvr>
</p:sld>
</file>

<file path=ppt/slides/slide2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图片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32367" y="0"/>
            <a:ext cx="9079263" cy="6858000"/>
          </a:xfrm>
          <a:prstGeom prst="rect"/>
          <a:noFill/>
          <a:ln w="12700" cmpd="sng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1204349288"/>
      </p:ext>
    </p:extLst>
  </p:cSld>
  <p:clrMapOvr>
    <a:masterClrMapping/>
  </p:clrMapOvr>
</p:sld>
</file>

<file path=ppt/slides/slide25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图片" descr="03-Chap-5-small-scale-fading-3-638.jp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0" y="4571"/>
            <a:ext cx="9144000" cy="6858000"/>
          </a:xfrm>
          <a:prstGeom prst="rect"/>
          <a:noFill/>
          <a:ln w="12700" cmpd="sng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1704555017"/>
      </p:ext>
    </p:extLst>
  </p:cSld>
  <p:clrMapOvr>
    <a:masterClrMapping/>
  </p:clrMapOvr>
</p:sld>
</file>

<file path=ppt/slides/slide26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图片" descr="04-Chap-5-small-scale-fading-4-638.jp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0" y="4571"/>
            <a:ext cx="9144000" cy="6858000"/>
          </a:xfrm>
          <a:prstGeom prst="rect"/>
          <a:noFill/>
          <a:ln w="12700" cmpd="sng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9240381"/>
      </p:ext>
    </p:extLst>
  </p:cSld>
  <p:clrMapOvr>
    <a:masterClrMapping/>
  </p:clrMapOvr>
</p:sld>
</file>

<file path=ppt/slides/slide27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图片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1" y="0"/>
            <a:ext cx="9220200" cy="6858000"/>
          </a:xfrm>
          <a:prstGeom prst="rect"/>
          <a:noFill/>
          <a:ln w="12700" cmpd="sng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1215135780"/>
      </p:ext>
    </p:extLst>
  </p:cSld>
  <p:clrMapOvr>
    <a:masterClrMapping/>
  </p:clrMapOvr>
</p:sld>
</file>

<file path=ppt/slides/slide28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图片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-23845" y="0"/>
            <a:ext cx="9131296" cy="6934200"/>
          </a:xfrm>
          <a:prstGeom prst="rect"/>
          <a:noFill/>
          <a:ln w="12700" cmpd="sng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272606608"/>
      </p:ext>
    </p:extLst>
  </p:cSld>
  <p:clrMapOvr>
    <a:masterClrMapping/>
  </p:clrMapOvr>
</p:sld>
</file>

<file path=ppt/slides/slide29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图片" descr="08-Chap-5-small-scale-fading-8-638.jp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0" y="4571"/>
            <a:ext cx="9144000" cy="6858000"/>
          </a:xfrm>
          <a:prstGeom prst="rect"/>
          <a:noFill/>
          <a:ln w="12700" cmpd="sng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169022015"/>
      </p:ext>
    </p:extLst>
  </p:cSld>
  <p:clrMapOvr>
    <a:masterClrMapping/>
  </p:clrMapOvr>
</p:sld>
</file>

<file path=ppt/slides/slide30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图片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23445" y="0"/>
            <a:ext cx="9154481" cy="6858000"/>
          </a:xfrm>
          <a:prstGeom prst="rect"/>
          <a:noFill/>
          <a:ln w="12700" cmpd="sng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1938762978"/>
      </p:ext>
    </p:extLst>
  </p:cSld>
  <p:clrMapOvr>
    <a:masterClrMapping/>
  </p:clrMapOvr>
</p:sld>
</file>

<file path=ppt/slides/slide3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图片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1" y="0"/>
            <a:ext cx="9164914" cy="6858000"/>
          </a:xfrm>
          <a:prstGeom prst="rect"/>
          <a:noFill/>
          <a:ln w="12700" cmpd="sng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2119870170"/>
      </p:ext>
    </p:extLst>
  </p:cSld>
  <p:clrMapOvr>
    <a:masterClrMapping/>
  </p:clrMapOvr>
</p:sld>
</file>

<file path=ppt/slides/slide3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图片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-38100" y="0"/>
            <a:ext cx="9182099" cy="6858000"/>
          </a:xfrm>
          <a:prstGeom prst="rect"/>
          <a:noFill/>
          <a:ln w="12700" cmpd="sng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1787624439"/>
      </p:ext>
    </p:extLst>
  </p:cSld>
  <p:clrMapOvr>
    <a:masterClrMapping/>
  </p:clrMapOvr>
</p:sld>
</file>

<file path=ppt/slides/slide3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图片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22182" y="0"/>
            <a:ext cx="9116374" cy="6858000"/>
          </a:xfrm>
          <a:prstGeom prst="rect"/>
          <a:noFill/>
          <a:ln w="12700" cmpd="sng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1001399896"/>
      </p:ext>
    </p:extLst>
  </p:cSld>
  <p:clrMapOvr>
    <a:masterClrMapping/>
  </p:clrMapOvr>
</p:sld>
</file>

<file path=ppt/slides/slide3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图片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0" y="0"/>
            <a:ext cx="9144000" cy="6934200"/>
          </a:xfrm>
          <a:prstGeom prst="rect"/>
          <a:noFill/>
          <a:ln w="12700" cmpd="sng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1384762344"/>
      </p:ext>
    </p:extLst>
  </p:cSld>
  <p:clrMapOvr>
    <a:masterClrMapping/>
  </p:clrMapOvr>
</p:sld>
</file>

<file path=ppt/slides/slide35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图片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0" y="0"/>
            <a:ext cx="9100908" cy="6858000"/>
          </a:xfrm>
          <a:prstGeom prst="rect"/>
          <a:noFill/>
          <a:ln w="12700" cmpd="sng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957667625"/>
      </p:ext>
    </p:extLst>
  </p:cSld>
  <p:clrMapOvr>
    <a:masterClrMapping/>
  </p:clrMapOvr>
</p:sld>
</file>

<file path=ppt/slides/slide36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图片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0" y="0"/>
            <a:ext cx="9144000" cy="6858001"/>
          </a:xfrm>
          <a:prstGeom prst="rect"/>
          <a:noFill/>
          <a:ln w="12700" cmpd="sng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528559995"/>
      </p:ext>
    </p:extLst>
  </p:cSld>
  <p:clrMapOvr>
    <a:masterClrMapping/>
  </p:clrMapOvr>
</p:sld>
</file>

<file path=ppt/slides/slide37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图片" descr="33-Chap-5-small-scale-fading-33-638.jp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0" y="4571"/>
            <a:ext cx="9144000" cy="6858000"/>
          </a:xfrm>
          <a:prstGeom prst="rect"/>
          <a:noFill/>
          <a:ln w="12700" cmpd="sng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675079273"/>
      </p:ext>
    </p:extLst>
  </p:cSld>
  <p:clrMapOvr>
    <a:masterClrMapping/>
  </p:clrMapOvr>
</p:sld>
</file>

<file path=ppt/slides/slide38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图片" descr="44-Chap-5-small-scale-fading-44-638.jp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0" y="4571"/>
            <a:ext cx="9144000" cy="6858000"/>
          </a:xfrm>
          <a:prstGeom prst="rect"/>
          <a:noFill/>
          <a:ln w="12700" cmpd="sng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1623236988"/>
      </p:ext>
    </p:extLst>
  </p:cSld>
  <p:clrMapOvr>
    <a:masterClrMapping/>
  </p:clrMapOvr>
</p:sld>
</file>

<file path=ppt/slides/slide39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图片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-14062" y="18480"/>
            <a:ext cx="9158062" cy="6839520"/>
          </a:xfrm>
          <a:prstGeom prst="rect"/>
          <a:noFill/>
          <a:ln w="12700" cmpd="sng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1880227855"/>
      </p:ext>
    </p:extLst>
  </p:cSld>
  <p:clrMapOvr>
    <a:masterClrMapping/>
  </p:clrMapOvr>
</p:sld>
</file>

<file path=ppt/slides/slide40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图片" descr="43-Chap-5-small-scale-fading-43-638.jp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0" y="4571"/>
            <a:ext cx="9144000" cy="6858000"/>
          </a:xfrm>
          <a:prstGeom prst="rect"/>
          <a:noFill/>
          <a:ln w="12700" cmpd="sng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444985232"/>
      </p:ext>
    </p:extLst>
  </p:cSld>
  <p:clrMapOvr>
    <a:masterClrMapping/>
  </p:clrMapOvr>
</p:sld>
</file>

<file path=ppt/slides/slide4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图片" descr="45-Chap-5-small-scale-fading-45-638.jp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0" y="4571"/>
            <a:ext cx="9144000" cy="6858000"/>
          </a:xfrm>
          <a:prstGeom prst="rect"/>
          <a:noFill/>
          <a:ln w="12700" cmpd="sng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484279855"/>
      </p:ext>
    </p:extLst>
  </p:cSld>
  <p:clrMapOvr>
    <a:masterClrMapping/>
  </p:clrMapOvr>
</p:sld>
</file>

<file path=ppt/slides/slide4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图片" descr="46-Chap-5-small-scale-fading-46-638.jp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0" y="4571"/>
            <a:ext cx="9144000" cy="6858000"/>
          </a:xfrm>
          <a:prstGeom prst="rect"/>
          <a:noFill/>
          <a:ln w="12700" cmpd="sng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2122343915"/>
      </p:ext>
    </p:extLst>
  </p:cSld>
  <p:clrMapOvr>
    <a:masterClrMapping/>
  </p:clrMapOvr>
</p:sld>
</file>

<file path=ppt/slides/slide4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图片" descr="47-Chap-5-small-scale-fading-47-638.jp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0" y="4571"/>
            <a:ext cx="9144000" cy="6858000"/>
          </a:xfrm>
          <a:prstGeom prst="rect"/>
          <a:noFill/>
          <a:ln w="12700" cmpd="sng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730691760"/>
      </p:ext>
    </p:extLst>
  </p:cSld>
  <p:clrMapOvr>
    <a:masterClrMapping/>
  </p:clrMapOvr>
</p:sld>
</file>

<file path=ppt/slides/slide4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图片" descr="48-Chap-5-small-scale-fading-48-638.jp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0" y="4571"/>
            <a:ext cx="9144000" cy="6858000"/>
          </a:xfrm>
          <a:prstGeom prst="rect"/>
          <a:noFill/>
          <a:ln w="12700" cmpd="sng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1310011093"/>
      </p:ext>
    </p:extLst>
  </p:cSld>
  <p:clrMapOvr>
    <a:masterClrMapping/>
  </p:clrMapOvr>
</p:sld>
</file>

<file path=ppt/slides/slide45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图片" descr="49-Chap-5-small-scale-fading-49-638.jp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0" y="4571"/>
            <a:ext cx="9144000" cy="6858000"/>
          </a:xfrm>
          <a:prstGeom prst="rect"/>
          <a:noFill/>
          <a:ln w="12700" cmpd="sng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894084777"/>
      </p:ext>
    </p:extLst>
  </p:cSld>
  <p:clrMapOvr>
    <a:masterClrMapping/>
  </p:clrMapOvr>
</p:sld>
</file>

<file path=ppt/slides/slide46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图片" descr="50-Chap-5-small-scale-fading-50-638.jp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0" y="4571"/>
            <a:ext cx="9144000" cy="6858000"/>
          </a:xfrm>
          <a:prstGeom prst="rect"/>
          <a:noFill/>
          <a:ln w="12700" cmpd="sng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754555896"/>
      </p:ext>
    </p:extLst>
  </p:cSld>
  <p:clrMapOvr>
    <a:masterClrMapping/>
  </p:clrMapOvr>
</p:sld>
</file>

<file path=ppt/slides/slide47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图片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59765" y="92560"/>
            <a:ext cx="9084234" cy="6765440"/>
          </a:xfrm>
          <a:prstGeom prst="rect"/>
          <a:noFill/>
          <a:ln w="12700" cmpd="sng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17450147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Them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 Theme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</a:theme>
</file>

<file path=docProps/app.xml><?xml version="1.0" encoding="utf-8"?>
<Properties xmlns="http://schemas.openxmlformats.org/officeDocument/2006/extended-properties">
  <Template>Normal.eit</Template>
  <TotalTime>288</TotalTime>
  <Application>Yozo_Office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Slide 1</dc:title>
  <dc:creator>DELL</dc:creator>
  <cp:lastModifiedBy>root</cp:lastModifiedBy>
  <cp:revision>26</cp:revision>
  <dcterms:created xsi:type="dcterms:W3CDTF">2025-06-25T05:10:39Z</dcterms:created>
  <dcterms:modified xsi:type="dcterms:W3CDTF">2026-06-17T03:24:04Z</dcterms:modified>
</cp:coreProperties>
</file>